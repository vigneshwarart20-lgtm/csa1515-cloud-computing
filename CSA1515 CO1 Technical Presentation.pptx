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C38D1-587F-4D07-8616-8EC21A1F30DB}" v="15" dt="2026-10-15T04:11:52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WAR D" userId="eb19416c-3932-4f4d-913e-5261d122f9be" providerId="ADAL" clId="{1D175D2E-C540-41AE-9522-0E5EB6A71DB7}"/>
    <pc:docChg chg="undo custSel addSld modSld sldOrd">
      <pc:chgData name="VIGNESHWAR D" userId="eb19416c-3932-4f4d-913e-5261d122f9be" providerId="ADAL" clId="{1D175D2E-C540-41AE-9522-0E5EB6A71DB7}" dt="2026-10-15T04:13:10.031" v="362" actId="14100"/>
      <pc:docMkLst>
        <pc:docMk/>
      </pc:docMkLst>
      <pc:sldChg chg="addSp delSp modSp mod">
        <pc:chgData name="VIGNESHWAR D" userId="eb19416c-3932-4f4d-913e-5261d122f9be" providerId="ADAL" clId="{1D175D2E-C540-41AE-9522-0E5EB6A71DB7}" dt="2026-10-10T04:20:38.582" v="78"/>
        <pc:sldMkLst>
          <pc:docMk/>
          <pc:sldMk cId="1218527351" sldId="256"/>
        </pc:sldMkLst>
        <pc:spChg chg="mod">
          <ac:chgData name="VIGNESHWAR D" userId="eb19416c-3932-4f4d-913e-5261d122f9be" providerId="ADAL" clId="{1D175D2E-C540-41AE-9522-0E5EB6A71DB7}" dt="2026-10-08T08:07:07.795" v="72" actId="1076"/>
          <ac:spMkLst>
            <pc:docMk/>
            <pc:sldMk cId="1218527351" sldId="256"/>
            <ac:spMk id="2" creationId="{6BC45BE9-D1AE-250A-1E50-90A88E64BCCD}"/>
          </ac:spMkLst>
        </pc:spChg>
        <pc:spChg chg="mod">
          <ac:chgData name="VIGNESHWAR D" userId="eb19416c-3932-4f4d-913e-5261d122f9be" providerId="ADAL" clId="{1D175D2E-C540-41AE-9522-0E5EB6A71DB7}" dt="2026-10-08T08:06:41.936" v="68" actId="1076"/>
          <ac:spMkLst>
            <pc:docMk/>
            <pc:sldMk cId="1218527351" sldId="256"/>
            <ac:spMk id="3" creationId="{40FC1B06-7398-3EB9-6645-34F1359111FB}"/>
          </ac:spMkLst>
        </pc:spChg>
        <pc:spChg chg="mod">
          <ac:chgData name="VIGNESHWAR D" userId="eb19416c-3932-4f4d-913e-5261d122f9be" providerId="ADAL" clId="{1D175D2E-C540-41AE-9522-0E5EB6A71DB7}" dt="2026-10-08T08:06:27.592" v="66" actId="1076"/>
          <ac:spMkLst>
            <pc:docMk/>
            <pc:sldMk cId="1218527351" sldId="256"/>
            <ac:spMk id="7" creationId="{BBEAF004-79D5-192B-966C-18735164F59F}"/>
          </ac:spMkLst>
        </pc:spChg>
        <pc:cxnChg chg="mod">
          <ac:chgData name="VIGNESHWAR D" userId="eb19416c-3932-4f4d-913e-5261d122f9be" providerId="ADAL" clId="{1D175D2E-C540-41AE-9522-0E5EB6A71DB7}" dt="2026-10-08T08:06:46.759" v="69" actId="1076"/>
          <ac:cxnSpMkLst>
            <pc:docMk/>
            <pc:sldMk cId="1218527351" sldId="256"/>
            <ac:cxnSpMk id="9" creationId="{30285094-4006-40B9-A06A-10D8881285EF}"/>
          </ac:cxnSpMkLst>
        </pc:cxnChg>
        <pc:cxnChg chg="mod">
          <ac:chgData name="VIGNESHWAR D" userId="eb19416c-3932-4f4d-913e-5261d122f9be" providerId="ADAL" clId="{1D175D2E-C540-41AE-9522-0E5EB6A71DB7}" dt="2026-10-08T08:06:34.731" v="67" actId="1076"/>
          <ac:cxnSpMkLst>
            <pc:docMk/>
            <pc:sldMk cId="1218527351" sldId="256"/>
            <ac:cxnSpMk id="10" creationId="{B6B87729-B5A3-3378-691F-67ED456E7A2D}"/>
          </ac:cxnSpMkLst>
        </pc:cxnChg>
      </pc:sldChg>
      <pc:sldChg chg="modSp mod">
        <pc:chgData name="VIGNESHWAR D" userId="eb19416c-3932-4f4d-913e-5261d122f9be" providerId="ADAL" clId="{1D175D2E-C540-41AE-9522-0E5EB6A71DB7}" dt="2026-10-15T03:58:56.169" v="319" actId="14100"/>
        <pc:sldMkLst>
          <pc:docMk/>
          <pc:sldMk cId="2978494082" sldId="257"/>
        </pc:sldMkLst>
        <pc:spChg chg="mod">
          <ac:chgData name="VIGNESHWAR D" userId="eb19416c-3932-4f4d-913e-5261d122f9be" providerId="ADAL" clId="{1D175D2E-C540-41AE-9522-0E5EB6A71DB7}" dt="2026-10-15T03:58:56.169" v="319" actId="14100"/>
          <ac:spMkLst>
            <pc:docMk/>
            <pc:sldMk cId="2978494082" sldId="257"/>
            <ac:spMk id="3" creationId="{4214B9CD-1230-6638-332C-2C9479618BD0}"/>
          </ac:spMkLst>
        </pc:spChg>
      </pc:sldChg>
      <pc:sldChg chg="modSp mod">
        <pc:chgData name="VIGNESHWAR D" userId="eb19416c-3932-4f4d-913e-5261d122f9be" providerId="ADAL" clId="{1D175D2E-C540-41AE-9522-0E5EB6A71DB7}" dt="2026-10-15T03:57:36.258" v="313" actId="20577"/>
        <pc:sldMkLst>
          <pc:docMk/>
          <pc:sldMk cId="3312890665" sldId="258"/>
        </pc:sldMkLst>
        <pc:spChg chg="mod">
          <ac:chgData name="VIGNESHWAR D" userId="eb19416c-3932-4f4d-913e-5261d122f9be" providerId="ADAL" clId="{1D175D2E-C540-41AE-9522-0E5EB6A71DB7}" dt="2026-10-15T02:43:12.006" v="91" actId="404"/>
          <ac:spMkLst>
            <pc:docMk/>
            <pc:sldMk cId="3312890665" sldId="258"/>
            <ac:spMk id="2" creationId="{65CB104C-0EF0-739F-110C-3F4431A26A78}"/>
          </ac:spMkLst>
        </pc:spChg>
        <pc:spChg chg="mod">
          <ac:chgData name="VIGNESHWAR D" userId="eb19416c-3932-4f4d-913e-5261d122f9be" providerId="ADAL" clId="{1D175D2E-C540-41AE-9522-0E5EB6A71DB7}" dt="2026-10-15T03:57:36.258" v="313" actId="20577"/>
          <ac:spMkLst>
            <pc:docMk/>
            <pc:sldMk cId="3312890665" sldId="258"/>
            <ac:spMk id="3" creationId="{D8D42B17-E798-12FF-3DF9-413B07587B95}"/>
          </ac:spMkLst>
        </pc:spChg>
        <pc:picChg chg="mod">
          <ac:chgData name="VIGNESHWAR D" userId="eb19416c-3932-4f4d-913e-5261d122f9be" providerId="ADAL" clId="{1D175D2E-C540-41AE-9522-0E5EB6A71DB7}" dt="2026-10-15T02:42:58.672" v="88" actId="1076"/>
          <ac:picMkLst>
            <pc:docMk/>
            <pc:sldMk cId="3312890665" sldId="258"/>
            <ac:picMk id="5" creationId="{3512ACC3-8436-7ADC-5169-E7DB1D52FA20}"/>
          </ac:picMkLst>
        </pc:picChg>
      </pc:sldChg>
      <pc:sldChg chg="addSp delSp modSp mod">
        <pc:chgData name="VIGNESHWAR D" userId="eb19416c-3932-4f4d-913e-5261d122f9be" providerId="ADAL" clId="{1D175D2E-C540-41AE-9522-0E5EB6A71DB7}" dt="2026-10-15T03:52:51.525" v="307" actId="1038"/>
        <pc:sldMkLst>
          <pc:docMk/>
          <pc:sldMk cId="3740631150" sldId="259"/>
        </pc:sldMkLst>
        <pc:spChg chg="mod">
          <ac:chgData name="VIGNESHWAR D" userId="eb19416c-3932-4f4d-913e-5261d122f9be" providerId="ADAL" clId="{1D175D2E-C540-41AE-9522-0E5EB6A71DB7}" dt="2026-10-15T03:45:26.521" v="175" actId="1076"/>
          <ac:spMkLst>
            <pc:docMk/>
            <pc:sldMk cId="3740631150" sldId="259"/>
            <ac:spMk id="2" creationId="{D794A3A9-6E79-0BFA-4567-90E562C8AC88}"/>
          </ac:spMkLst>
        </pc:spChg>
        <pc:spChg chg="del mod">
          <ac:chgData name="VIGNESHWAR D" userId="eb19416c-3932-4f4d-913e-5261d122f9be" providerId="ADAL" clId="{1D175D2E-C540-41AE-9522-0E5EB6A71DB7}" dt="2026-10-15T03:45:17.696" v="173" actId="931"/>
          <ac:spMkLst>
            <pc:docMk/>
            <pc:sldMk cId="3740631150" sldId="259"/>
            <ac:spMk id="3" creationId="{1B6B0A7F-934E-1E74-5A6C-284BB2399286}"/>
          </ac:spMkLst>
        </pc:spChg>
        <pc:spChg chg="add mod">
          <ac:chgData name="VIGNESHWAR D" userId="eb19416c-3932-4f4d-913e-5261d122f9be" providerId="ADAL" clId="{1D175D2E-C540-41AE-9522-0E5EB6A71DB7}" dt="2026-10-15T03:51:44.124" v="272" actId="478"/>
          <ac:spMkLst>
            <pc:docMk/>
            <pc:sldMk cId="3740631150" sldId="259"/>
            <ac:spMk id="11" creationId="{4BB5E79C-08B6-2659-6E20-264361A06C22}"/>
          </ac:spMkLst>
        </pc:spChg>
        <pc:picChg chg="add del mod ord">
          <ac:chgData name="VIGNESHWAR D" userId="eb19416c-3932-4f4d-913e-5261d122f9be" providerId="ADAL" clId="{1D175D2E-C540-41AE-9522-0E5EB6A71DB7}" dt="2026-10-15T03:51:44.124" v="272" actId="478"/>
          <ac:picMkLst>
            <pc:docMk/>
            <pc:sldMk cId="3740631150" sldId="259"/>
            <ac:picMk id="7" creationId="{FC673435-8182-A60A-C1BA-D41C97C08A63}"/>
          </ac:picMkLst>
        </pc:picChg>
        <pc:picChg chg="add mod">
          <ac:chgData name="VIGNESHWAR D" userId="eb19416c-3932-4f4d-913e-5261d122f9be" providerId="ADAL" clId="{1D175D2E-C540-41AE-9522-0E5EB6A71DB7}" dt="2026-10-15T03:52:51.525" v="307" actId="1038"/>
          <ac:picMkLst>
            <pc:docMk/>
            <pc:sldMk cId="3740631150" sldId="259"/>
            <ac:picMk id="9" creationId="{C40EE443-6F49-A956-5658-9B188329C5F6}"/>
          </ac:picMkLst>
        </pc:picChg>
        <pc:cxnChg chg="mod">
          <ac:chgData name="VIGNESHWAR D" userId="eb19416c-3932-4f4d-913e-5261d122f9be" providerId="ADAL" clId="{1D175D2E-C540-41AE-9522-0E5EB6A71DB7}" dt="2026-10-15T03:45:31.830" v="202" actId="1037"/>
          <ac:cxnSpMkLst>
            <pc:docMk/>
            <pc:sldMk cId="3740631150" sldId="259"/>
            <ac:cxnSpMk id="5" creationId="{4A310FC0-A449-0450-A19E-CA41141395F1}"/>
          </ac:cxnSpMkLst>
        </pc:cxnChg>
      </pc:sldChg>
      <pc:sldChg chg="delSp modSp mod">
        <pc:chgData name="VIGNESHWAR D" userId="eb19416c-3932-4f4d-913e-5261d122f9be" providerId="ADAL" clId="{1D175D2E-C540-41AE-9522-0E5EB6A71DB7}" dt="2026-10-15T03:53:04.609" v="308" actId="20577"/>
        <pc:sldMkLst>
          <pc:docMk/>
          <pc:sldMk cId="1512599752" sldId="260"/>
        </pc:sldMkLst>
        <pc:spChg chg="mod">
          <ac:chgData name="VIGNESHWAR D" userId="eb19416c-3932-4f4d-913e-5261d122f9be" providerId="ADAL" clId="{1D175D2E-C540-41AE-9522-0E5EB6A71DB7}" dt="2026-10-15T03:33:19.556" v="139" actId="20577"/>
          <ac:spMkLst>
            <pc:docMk/>
            <pc:sldMk cId="1512599752" sldId="260"/>
            <ac:spMk id="2" creationId="{39DBDAF2-8F04-E37D-0443-61B4DA9B5303}"/>
          </ac:spMkLst>
        </pc:spChg>
        <pc:spChg chg="mod">
          <ac:chgData name="VIGNESHWAR D" userId="eb19416c-3932-4f4d-913e-5261d122f9be" providerId="ADAL" clId="{1D175D2E-C540-41AE-9522-0E5EB6A71DB7}" dt="2026-10-15T03:53:04.609" v="308" actId="20577"/>
          <ac:spMkLst>
            <pc:docMk/>
            <pc:sldMk cId="1512599752" sldId="260"/>
            <ac:spMk id="3" creationId="{F1BCE782-D6BE-3467-6234-407CE3C92211}"/>
          </ac:spMkLst>
        </pc:spChg>
        <pc:spChg chg="del mod">
          <ac:chgData name="VIGNESHWAR D" userId="eb19416c-3932-4f4d-913e-5261d122f9be" providerId="ADAL" clId="{1D175D2E-C540-41AE-9522-0E5EB6A71DB7}" dt="2026-10-15T03:32:18.400" v="125"/>
          <ac:spMkLst>
            <pc:docMk/>
            <pc:sldMk cId="1512599752" sldId="260"/>
            <ac:spMk id="4" creationId="{35E83AFE-1A52-901B-546A-3D468199B940}"/>
          </ac:spMkLst>
        </pc:spChg>
        <pc:spChg chg="del mod">
          <ac:chgData name="VIGNESHWAR D" userId="eb19416c-3932-4f4d-913e-5261d122f9be" providerId="ADAL" clId="{1D175D2E-C540-41AE-9522-0E5EB6A71DB7}" dt="2026-10-15T03:32:29.516" v="133"/>
          <ac:spMkLst>
            <pc:docMk/>
            <pc:sldMk cId="1512599752" sldId="260"/>
            <ac:spMk id="6" creationId="{242BB165-EC88-42CA-9730-7C5CC910A3EC}"/>
          </ac:spMkLst>
        </pc:spChg>
        <pc:spChg chg="del mod">
          <ac:chgData name="VIGNESHWAR D" userId="eb19416c-3932-4f4d-913e-5261d122f9be" providerId="ADAL" clId="{1D175D2E-C540-41AE-9522-0E5EB6A71DB7}" dt="2026-10-15T03:32:29.508" v="131"/>
          <ac:spMkLst>
            <pc:docMk/>
            <pc:sldMk cId="1512599752" sldId="260"/>
            <ac:spMk id="7" creationId="{12DF8F3F-34D5-D421-8791-F159D8E0CC71}"/>
          </ac:spMkLst>
        </pc:spChg>
        <pc:spChg chg="del">
          <ac:chgData name="VIGNESHWAR D" userId="eb19416c-3932-4f4d-913e-5261d122f9be" providerId="ADAL" clId="{1D175D2E-C540-41AE-9522-0E5EB6A71DB7}" dt="2026-10-15T03:32:41.890" v="137" actId="478"/>
          <ac:spMkLst>
            <pc:docMk/>
            <pc:sldMk cId="1512599752" sldId="260"/>
            <ac:spMk id="16" creationId="{35B6C069-4AB0-7BF4-3B38-A1EF05584371}"/>
          </ac:spMkLst>
        </pc:spChg>
        <pc:picChg chg="mod">
          <ac:chgData name="VIGNESHWAR D" userId="eb19416c-3932-4f4d-913e-5261d122f9be" providerId="ADAL" clId="{1D175D2E-C540-41AE-9522-0E5EB6A71DB7}" dt="2026-10-15T03:36:46.950" v="172" actId="1076"/>
          <ac:picMkLst>
            <pc:docMk/>
            <pc:sldMk cId="1512599752" sldId="260"/>
            <ac:picMk id="5" creationId="{F6F04E0E-0A96-A12C-94F0-C9312E008EFF}"/>
          </ac:picMkLst>
        </pc:picChg>
        <pc:cxnChg chg="del">
          <ac:chgData name="VIGNESHWAR D" userId="eb19416c-3932-4f4d-913e-5261d122f9be" providerId="ADAL" clId="{1D175D2E-C540-41AE-9522-0E5EB6A71DB7}" dt="2026-10-15T03:32:20.631" v="126" actId="478"/>
          <ac:cxnSpMkLst>
            <pc:docMk/>
            <pc:sldMk cId="1512599752" sldId="260"/>
            <ac:cxnSpMk id="9" creationId="{6370E537-11C5-04CF-2F37-60417D3F6774}"/>
          </ac:cxnSpMkLst>
        </pc:cxnChg>
        <pc:cxnChg chg="del">
          <ac:chgData name="VIGNESHWAR D" userId="eb19416c-3932-4f4d-913e-5261d122f9be" providerId="ADAL" clId="{1D175D2E-C540-41AE-9522-0E5EB6A71DB7}" dt="2026-10-15T03:32:29.508" v="129" actId="478"/>
          <ac:cxnSpMkLst>
            <pc:docMk/>
            <pc:sldMk cId="1512599752" sldId="260"/>
            <ac:cxnSpMk id="11" creationId="{272904D2-C7D0-4836-F30A-8A918FB5A703}"/>
          </ac:cxnSpMkLst>
        </pc:cxnChg>
        <pc:cxnChg chg="del">
          <ac:chgData name="VIGNESHWAR D" userId="eb19416c-3932-4f4d-913e-5261d122f9be" providerId="ADAL" clId="{1D175D2E-C540-41AE-9522-0E5EB6A71DB7}" dt="2026-10-15T03:32:18.398" v="123" actId="478"/>
          <ac:cxnSpMkLst>
            <pc:docMk/>
            <pc:sldMk cId="1512599752" sldId="260"/>
            <ac:cxnSpMk id="13" creationId="{0DEED9B1-3AEE-DA79-5C93-8B9A3E72D6D2}"/>
          </ac:cxnSpMkLst>
        </pc:cxnChg>
      </pc:sldChg>
      <pc:sldChg chg="modSp mod">
        <pc:chgData name="VIGNESHWAR D" userId="eb19416c-3932-4f4d-913e-5261d122f9be" providerId="ADAL" clId="{1D175D2E-C540-41AE-9522-0E5EB6A71DB7}" dt="2026-10-15T03:36:19.323" v="168" actId="27636"/>
        <pc:sldMkLst>
          <pc:docMk/>
          <pc:sldMk cId="1525805354" sldId="261"/>
        </pc:sldMkLst>
        <pc:spChg chg="mod">
          <ac:chgData name="VIGNESHWAR D" userId="eb19416c-3932-4f4d-913e-5261d122f9be" providerId="ADAL" clId="{1D175D2E-C540-41AE-9522-0E5EB6A71DB7}" dt="2026-10-15T03:36:08.388" v="166" actId="20577"/>
          <ac:spMkLst>
            <pc:docMk/>
            <pc:sldMk cId="1525805354" sldId="261"/>
            <ac:spMk id="2" creationId="{7C282543-200A-8F6F-B0F4-5305E825D699}"/>
          </ac:spMkLst>
        </pc:spChg>
        <pc:spChg chg="mod">
          <ac:chgData name="VIGNESHWAR D" userId="eb19416c-3932-4f4d-913e-5261d122f9be" providerId="ADAL" clId="{1D175D2E-C540-41AE-9522-0E5EB6A71DB7}" dt="2026-10-15T03:36:19.323" v="168" actId="27636"/>
          <ac:spMkLst>
            <pc:docMk/>
            <pc:sldMk cId="1525805354" sldId="261"/>
            <ac:spMk id="3" creationId="{384CC2B8-A369-0D08-38CC-F6CAA49231EE}"/>
          </ac:spMkLst>
        </pc:spChg>
        <pc:picChg chg="mod">
          <ac:chgData name="VIGNESHWAR D" userId="eb19416c-3932-4f4d-913e-5261d122f9be" providerId="ADAL" clId="{1D175D2E-C540-41AE-9522-0E5EB6A71DB7}" dt="2026-10-15T03:35:54.332" v="157" actId="1076"/>
          <ac:picMkLst>
            <pc:docMk/>
            <pc:sldMk cId="1525805354" sldId="261"/>
            <ac:picMk id="4" creationId="{DD45F1AF-836E-4771-5D2E-ABD4C1D84657}"/>
          </ac:picMkLst>
        </pc:picChg>
      </pc:sldChg>
      <pc:sldChg chg="delSp modSp add mod">
        <pc:chgData name="VIGNESHWAR D" userId="eb19416c-3932-4f4d-913e-5261d122f9be" providerId="ADAL" clId="{1D175D2E-C540-41AE-9522-0E5EB6A71DB7}" dt="2026-10-15T04:00:50.100" v="346" actId="1076"/>
        <pc:sldMkLst>
          <pc:docMk/>
          <pc:sldMk cId="1456285910" sldId="262"/>
        </pc:sldMkLst>
        <pc:spChg chg="mod">
          <ac:chgData name="VIGNESHWAR D" userId="eb19416c-3932-4f4d-913e-5261d122f9be" providerId="ADAL" clId="{1D175D2E-C540-41AE-9522-0E5EB6A71DB7}" dt="2026-10-15T04:00:50.100" v="346" actId="1076"/>
          <ac:spMkLst>
            <pc:docMk/>
            <pc:sldMk cId="1456285910" sldId="262"/>
            <ac:spMk id="2" creationId="{C8942413-0E0A-076F-C88A-FE432466FB3E}"/>
          </ac:spMkLst>
        </pc:spChg>
        <pc:spChg chg="del mod">
          <ac:chgData name="VIGNESHWAR D" userId="eb19416c-3932-4f4d-913e-5261d122f9be" providerId="ADAL" clId="{1D175D2E-C540-41AE-9522-0E5EB6A71DB7}" dt="2026-10-15T04:00:38.225" v="339" actId="478"/>
          <ac:spMkLst>
            <pc:docMk/>
            <pc:sldMk cId="1456285910" sldId="262"/>
            <ac:spMk id="3" creationId="{1613F5FC-1402-7370-5799-70F6F05B4EFB}"/>
          </ac:spMkLst>
        </pc:spChg>
        <pc:spChg chg="del mod">
          <ac:chgData name="VIGNESHWAR D" userId="eb19416c-3932-4f4d-913e-5261d122f9be" providerId="ADAL" clId="{1D175D2E-C540-41AE-9522-0E5EB6A71DB7}" dt="2026-10-15T04:00:38.225" v="341"/>
          <ac:spMkLst>
            <pc:docMk/>
            <pc:sldMk cId="1456285910" sldId="262"/>
            <ac:spMk id="7" creationId="{98007112-CC76-90FD-A301-9A9E512D4C57}"/>
          </ac:spMkLst>
        </pc:spChg>
        <pc:cxnChg chg="del">
          <ac:chgData name="VIGNESHWAR D" userId="eb19416c-3932-4f4d-913e-5261d122f9be" providerId="ADAL" clId="{1D175D2E-C540-41AE-9522-0E5EB6A71DB7}" dt="2026-10-15T03:59:48.276" v="323" actId="478"/>
          <ac:cxnSpMkLst>
            <pc:docMk/>
            <pc:sldMk cId="1456285910" sldId="262"/>
            <ac:cxnSpMk id="9" creationId="{655DC86A-1522-CDDC-F287-36DDAEA8AFC1}"/>
          </ac:cxnSpMkLst>
        </pc:cxnChg>
        <pc:cxnChg chg="del">
          <ac:chgData name="VIGNESHWAR D" userId="eb19416c-3932-4f4d-913e-5261d122f9be" providerId="ADAL" clId="{1D175D2E-C540-41AE-9522-0E5EB6A71DB7}" dt="2026-10-15T03:59:50.871" v="324" actId="478"/>
          <ac:cxnSpMkLst>
            <pc:docMk/>
            <pc:sldMk cId="1456285910" sldId="262"/>
            <ac:cxnSpMk id="10" creationId="{D736C058-FBB7-DCEC-39DE-24E5146E92AF}"/>
          </ac:cxnSpMkLst>
        </pc:cxnChg>
      </pc:sldChg>
      <pc:sldChg chg="addSp delSp modSp add mod ord">
        <pc:chgData name="VIGNESHWAR D" userId="eb19416c-3932-4f4d-913e-5261d122f9be" providerId="ADAL" clId="{1D175D2E-C540-41AE-9522-0E5EB6A71DB7}" dt="2026-10-15T04:13:10.031" v="362" actId="14100"/>
        <pc:sldMkLst>
          <pc:docMk/>
          <pc:sldMk cId="3085681435" sldId="263"/>
        </pc:sldMkLst>
        <pc:spChg chg="del mod">
          <ac:chgData name="VIGNESHWAR D" userId="eb19416c-3932-4f4d-913e-5261d122f9be" providerId="ADAL" clId="{1D175D2E-C540-41AE-9522-0E5EB6A71DB7}" dt="2026-10-15T04:12:21.750" v="360" actId="478"/>
          <ac:spMkLst>
            <pc:docMk/>
            <pc:sldMk cId="3085681435" sldId="263"/>
            <ac:spMk id="2" creationId="{445C9A83-0FA0-FB03-6844-56C8B41C5A27}"/>
          </ac:spMkLst>
        </pc:spChg>
        <pc:spChg chg="del">
          <ac:chgData name="VIGNESHWAR D" userId="eb19416c-3932-4f4d-913e-5261d122f9be" providerId="ADAL" clId="{1D175D2E-C540-41AE-9522-0E5EB6A71DB7}" dt="2026-10-15T04:12:03.259" v="351" actId="478"/>
          <ac:spMkLst>
            <pc:docMk/>
            <pc:sldMk cId="3085681435" sldId="263"/>
            <ac:spMk id="11" creationId="{0D3F0E8B-80E4-1A2B-B977-AFD52254FC21}"/>
          </ac:spMkLst>
        </pc:spChg>
        <pc:picChg chg="add del">
          <ac:chgData name="VIGNESHWAR D" userId="eb19416c-3932-4f4d-913e-5261d122f9be" providerId="ADAL" clId="{1D175D2E-C540-41AE-9522-0E5EB6A71DB7}" dt="2026-10-15T04:12:17.591" v="359" actId="478"/>
          <ac:picMkLst>
            <pc:docMk/>
            <pc:sldMk cId="3085681435" sldId="263"/>
            <ac:picMk id="4" creationId="{8DAF2D5A-1C70-BD1B-122C-053488A64AD2}"/>
          </ac:picMkLst>
        </pc:picChg>
        <pc:picChg chg="add mod">
          <ac:chgData name="VIGNESHWAR D" userId="eb19416c-3932-4f4d-913e-5261d122f9be" providerId="ADAL" clId="{1D175D2E-C540-41AE-9522-0E5EB6A71DB7}" dt="2026-10-15T04:13:10.031" v="362" actId="14100"/>
          <ac:picMkLst>
            <pc:docMk/>
            <pc:sldMk cId="3085681435" sldId="263"/>
            <ac:picMk id="6" creationId="{123C3234-B317-B326-7BCC-12E6E95CA9F2}"/>
          </ac:picMkLst>
        </pc:picChg>
        <pc:picChg chg="del">
          <ac:chgData name="VIGNESHWAR D" userId="eb19416c-3932-4f4d-913e-5261d122f9be" providerId="ADAL" clId="{1D175D2E-C540-41AE-9522-0E5EB6A71DB7}" dt="2026-10-15T04:12:00.935" v="350" actId="478"/>
          <ac:picMkLst>
            <pc:docMk/>
            <pc:sldMk cId="3085681435" sldId="263"/>
            <ac:picMk id="9" creationId="{F2D61955-6256-F572-02F4-7E2520EA3E9B}"/>
          </ac:picMkLst>
        </pc:picChg>
        <pc:cxnChg chg="del">
          <ac:chgData name="VIGNESHWAR D" userId="eb19416c-3932-4f4d-913e-5261d122f9be" providerId="ADAL" clId="{1D175D2E-C540-41AE-9522-0E5EB6A71DB7}" dt="2026-10-15T04:12:09.964" v="355" actId="478"/>
          <ac:cxnSpMkLst>
            <pc:docMk/>
            <pc:sldMk cId="3085681435" sldId="263"/>
            <ac:cxnSpMk id="5" creationId="{F80F5655-6C32-D4EA-7D48-5B6A9AB54DB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48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310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0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4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8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4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2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446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0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3558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50988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29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3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07084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8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13045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8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3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011414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029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27396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0008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85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832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3035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611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86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015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  <p:sldLayoutId id="2147483804" r:id="rId18"/>
    <p:sldLayoutId id="2147483805" r:id="rId19"/>
    <p:sldLayoutId id="2147483806" r:id="rId20"/>
    <p:sldLayoutId id="2147483807" r:id="rId21"/>
    <p:sldLayoutId id="2147483808" r:id="rId22"/>
    <p:sldLayoutId id="2147483809" r:id="rId23"/>
    <p:sldLayoutId id="2147483810" r:id="rId24"/>
    <p:sldLayoutId id="2147483811" r:id="rId25"/>
    <p:sldLayoutId id="2147483812" r:id="rId26"/>
    <p:sldLayoutId id="214748381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D4E1-ED0F-D391-92FB-BCEB7C4C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dern Colorful Wavy Shape Abstract Presentation Background Template Design  71316825 Vector Art at Vecteezy">
            <a:extLst>
              <a:ext uri="{FF2B5EF4-FFF2-40B4-BE49-F238E27FC236}">
                <a16:creationId xmlns:a16="http://schemas.microsoft.com/office/drawing/2014/main" id="{8DAF2D5A-1C70-BD1B-122C-053488A64A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flipH="1">
            <a:off x="-2120348" y="-71120"/>
            <a:ext cx="14312348" cy="6929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C3234-B317-B326-7BCC-12E6E95CA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0"/>
            <a:ext cx="10302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8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5BE9-D1AE-250A-1E50-90A88E64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598" y="616258"/>
            <a:ext cx="10218804" cy="2387600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Serverless Computing: Reducing Infrastructure Management in the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C1B06-7398-3EB9-6645-34F135911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116" y="3598575"/>
            <a:ext cx="7085460" cy="1496616"/>
          </a:xfrm>
        </p:spPr>
        <p:txBody>
          <a:bodyPr>
            <a:normAutofit/>
          </a:bodyPr>
          <a:lstStyle/>
          <a:p>
            <a:r>
              <a:rPr lang="en-US" sz="2400" b="1" dirty="0"/>
              <a:t>CSA1515 – CLOUD COMPUTING &amp; BIG DATA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AF004-79D5-192B-966C-18735164F59F}"/>
              </a:ext>
            </a:extLst>
          </p:cNvPr>
          <p:cNvSpPr txBox="1"/>
          <p:nvPr/>
        </p:nvSpPr>
        <p:spPr>
          <a:xfrm>
            <a:off x="909444" y="5124016"/>
            <a:ext cx="418795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DONE BY :</a:t>
            </a:r>
          </a:p>
          <a:p>
            <a:r>
              <a:rPr lang="en-US" dirty="0"/>
              <a:t>                </a:t>
            </a:r>
          </a:p>
          <a:p>
            <a:r>
              <a:rPr lang="en-US" dirty="0"/>
              <a:t>         </a:t>
            </a:r>
            <a:r>
              <a:rPr lang="en-US" sz="2000" dirty="0"/>
              <a:t>VIGNESHWAR.D</a:t>
            </a:r>
          </a:p>
          <a:p>
            <a:r>
              <a:rPr lang="en-US" sz="2000" dirty="0"/>
              <a:t>        192524415</a:t>
            </a:r>
            <a:endParaRPr lang="en-IN" sz="2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285094-4006-40B9-A06A-10D8881285EF}"/>
              </a:ext>
            </a:extLst>
          </p:cNvPr>
          <p:cNvCxnSpPr/>
          <p:nvPr/>
        </p:nvCxnSpPr>
        <p:spPr>
          <a:xfrm>
            <a:off x="1658112" y="3392424"/>
            <a:ext cx="9134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7729-B5A3-3378-691F-67ED456E7A2D}"/>
              </a:ext>
            </a:extLst>
          </p:cNvPr>
          <p:cNvCxnSpPr/>
          <p:nvPr/>
        </p:nvCxnSpPr>
        <p:spPr>
          <a:xfrm>
            <a:off x="1658112" y="4346883"/>
            <a:ext cx="9134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52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ypes of Presentation: 10+ Formats with Examples">
            <a:extLst>
              <a:ext uri="{FF2B5EF4-FFF2-40B4-BE49-F238E27FC236}">
                <a16:creationId xmlns:a16="http://schemas.microsoft.com/office/drawing/2014/main" id="{3BCB62BC-F912-D2F9-79DF-7AEFF1A7BE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31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BEB088-F4E1-BD72-FCF4-C69C4483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0276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INTRODUCTION</a:t>
            </a:r>
            <a:br>
              <a:rPr lang="en-US" sz="3600" dirty="0">
                <a:solidFill>
                  <a:srgbClr val="FFFFFF"/>
                </a:solidFill>
              </a:rPr>
            </a:br>
            <a:endParaRPr lang="en-IN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4B9CD-1230-6638-332C-2C9479618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928326"/>
            <a:ext cx="10353247" cy="4305300"/>
          </a:xfrm>
        </p:spPr>
        <p:txBody>
          <a:bodyPr>
            <a:normAutofit fontScale="925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Cloud applications need to handle different levels of activity throughout the day.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Traditional systems require teams to set up, manage, and scale servers.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With </a:t>
            </a:r>
            <a:r>
              <a:rPr lang="en-IN" sz="2400" b="1" dirty="0"/>
              <a:t>serverless computing</a:t>
            </a:r>
            <a:r>
              <a:rPr lang="en-IN" sz="2400" dirty="0"/>
              <a:t>, the cloud provider manages much of the underlying infrastructure.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cloud platform can adjust resources to match demand, and costs are generally based on usage.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This presentation explains how FaaS works, where businesses use it, and how it can process an uploaded image.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6239E-11F8-6042-9354-9A2640586E21}"/>
              </a:ext>
            </a:extLst>
          </p:cNvPr>
          <p:cNvSpPr/>
          <p:nvPr/>
        </p:nvSpPr>
        <p:spPr>
          <a:xfrm>
            <a:off x="807720" y="471697"/>
            <a:ext cx="1031240" cy="9042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696DC4-5508-1581-F740-1C5A76499ACA}"/>
              </a:ext>
            </a:extLst>
          </p:cNvPr>
          <p:cNvCxnSpPr/>
          <p:nvPr/>
        </p:nvCxnSpPr>
        <p:spPr>
          <a:xfrm>
            <a:off x="579120" y="1442720"/>
            <a:ext cx="1066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494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with colorful dots and bubbles 55273705 Vector Art at  Vecteezy">
            <a:extLst>
              <a:ext uri="{FF2B5EF4-FFF2-40B4-BE49-F238E27FC236}">
                <a16:creationId xmlns:a16="http://schemas.microsoft.com/office/drawing/2014/main" id="{3512ACC3-8436-7ADC-5169-E7DB1D52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33680" y="-1014307"/>
            <a:ext cx="12425680" cy="8053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CB104C-0EF0-739F-110C-3F4431A2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80" y="536417"/>
            <a:ext cx="9942409" cy="876193"/>
          </a:xfrm>
        </p:spPr>
        <p:txBody>
          <a:bodyPr>
            <a:normAutofit/>
          </a:bodyPr>
          <a:lstStyle/>
          <a:p>
            <a:r>
              <a:rPr lang="en-IN" sz="3600" b="1" dirty="0"/>
              <a:t>What Does “Serverless”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2B17-E798-12FF-3DF9-413B07587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73248"/>
            <a:ext cx="10668000" cy="4305300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Serverless computing</a:t>
            </a:r>
            <a:r>
              <a:rPr lang="en-IN" sz="2000" dirty="0"/>
              <a:t> is a cloud model where the provider manages the servers, operating system maintenance, capacity, and scaling.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servers still exist; developers simply don’t manage them directly.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Function-as-a-Service (FaaS)</a:t>
            </a:r>
            <a:r>
              <a:rPr lang="en-IN" sz="2000" dirty="0"/>
              <a:t> lets developers deploy small units of code that run when triggered by a request or event.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Functions are usually designed to handle one task. Applications store lasting data in databases or object storage.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wExamples</a:t>
            </a:r>
            <a:r>
              <a:rPr lang="en-IN" sz="2000" dirty="0"/>
              <a:t>: </a:t>
            </a:r>
            <a:r>
              <a:rPr lang="en-IN" sz="2000" b="1" dirty="0"/>
              <a:t>AWS Lambda, Azure Functions, Google Cloud Run functions</a:t>
            </a:r>
            <a:r>
              <a:rPr lang="en-IN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9568FA-C74D-118F-E36B-596E7658D186}"/>
              </a:ext>
            </a:extLst>
          </p:cNvPr>
          <p:cNvCxnSpPr/>
          <p:nvPr/>
        </p:nvCxnSpPr>
        <p:spPr>
          <a:xfrm>
            <a:off x="609600" y="1325773"/>
            <a:ext cx="1066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89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1953-9426-284B-1457-8C428927E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dern Colorful Wavy Shape Abstract Presentation Background Template Design  71316825 Vector Art at Vecteezy">
            <a:extLst>
              <a:ext uri="{FF2B5EF4-FFF2-40B4-BE49-F238E27FC236}">
                <a16:creationId xmlns:a16="http://schemas.microsoft.com/office/drawing/2014/main" id="{CA8416D8-B93B-A7DC-E48A-40287640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flipH="1">
            <a:off x="-2120348" y="-71120"/>
            <a:ext cx="14312348" cy="69291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4A3A9-6E79-0BFA-4567-90E562C8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39" y="341483"/>
            <a:ext cx="9942409" cy="876193"/>
          </a:xfrm>
        </p:spPr>
        <p:txBody>
          <a:bodyPr>
            <a:normAutofit/>
          </a:bodyPr>
          <a:lstStyle/>
          <a:p>
            <a:r>
              <a:rPr lang="en-IN" sz="3200" b="1" dirty="0"/>
              <a:t>FaaS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310FC0-A449-0450-A19E-CA41141395F1}"/>
              </a:ext>
            </a:extLst>
          </p:cNvPr>
          <p:cNvCxnSpPr/>
          <p:nvPr/>
        </p:nvCxnSpPr>
        <p:spPr>
          <a:xfrm>
            <a:off x="688848" y="968141"/>
            <a:ext cx="1066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C40EE443-6F49-A956-5658-9B188329C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4752" y="1277005"/>
            <a:ext cx="8997696" cy="5061204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B5E79C-08B6-2659-6E20-264361A06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631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D9AA-F619-06B8-859E-B284D16D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digital tech background featuring a V-shape light beam in green  and yellow tone. Ideal for modern presentation themes 60199330 Vector Art  at Vecteezy">
            <a:extLst>
              <a:ext uri="{FF2B5EF4-FFF2-40B4-BE49-F238E27FC236}">
                <a16:creationId xmlns:a16="http://schemas.microsoft.com/office/drawing/2014/main" id="{F6F04E0E-0A96-A12C-94F0-C9312E008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5903" y="-101600"/>
            <a:ext cx="14630400" cy="6959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DBDAF2-8F04-E37D-0443-61B4DA9B53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941231" y="729462"/>
            <a:ext cx="9942409" cy="876193"/>
          </a:xfrm>
        </p:spPr>
        <p:txBody>
          <a:bodyPr>
            <a:normAutofit/>
          </a:bodyPr>
          <a:lstStyle/>
          <a:p>
            <a:r>
              <a:rPr lang="en-US" sz="4000" b="1" dirty="0"/>
              <a:t> 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E782-D6BE-3467-6234-407CE3C92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004" y="1094701"/>
            <a:ext cx="10724584" cy="3402530"/>
          </a:xfrm>
        </p:spPr>
        <p:txBody>
          <a:bodyPr>
            <a:noAutofit/>
          </a:bodyPr>
          <a:lstStyle/>
          <a:p>
            <a:r>
              <a:rPr lang="en-IN" sz="2800" b="1" dirty="0"/>
              <a:t>What Happens When a Function Runs?</a:t>
            </a:r>
          </a:p>
          <a:p>
            <a:endParaRPr lang="en-IN" sz="28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 developer deploys the function and connects it to a trigger.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An event arrives with the information the function needs.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The cloud platform runs the function and scales capacity to handle demand.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The function processes the event and returns a result, saves data, or sends another event.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The platform records execution details for monitoring and troubleshooting.</a:t>
            </a:r>
          </a:p>
          <a:p>
            <a:endParaRPr lang="en-IN" sz="2000" b="1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599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B488-8D35-28EE-8BDB-2008416E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lue and purple graphics presentation digital background 23155968  Vector Art at Vecteezy">
            <a:extLst>
              <a:ext uri="{FF2B5EF4-FFF2-40B4-BE49-F238E27FC236}">
                <a16:creationId xmlns:a16="http://schemas.microsoft.com/office/drawing/2014/main" id="{DD45F1AF-836E-4771-5D2E-ABD4C1D8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756" y="-280416"/>
            <a:ext cx="12785511" cy="8611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82543-200A-8F6F-B0F4-5305E825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91" y="861167"/>
            <a:ext cx="9942409" cy="876193"/>
          </a:xfrm>
        </p:spPr>
        <p:txBody>
          <a:bodyPr>
            <a:normAutofit/>
          </a:bodyPr>
          <a:lstStyle/>
          <a:p>
            <a:r>
              <a:rPr lang="en-IN" sz="3600" b="1" dirty="0"/>
              <a:t>Industry Relevance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C2B8-A369-0D08-38CC-F6CAA4923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657" y="1989703"/>
            <a:ext cx="9942409" cy="4305300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Retail and e-commerce:</a:t>
            </a:r>
            <a:r>
              <a:rPr lang="en-IN" sz="2000" dirty="0"/>
              <a:t> Process orders, respond to payment webhooks, or resize product images.</a:t>
            </a:r>
          </a:p>
          <a:p>
            <a:pPr lvl="0"/>
            <a:r>
              <a:rPr lang="en-IN" sz="2000" b="1" dirty="0"/>
              <a:t>Finance:</a:t>
            </a:r>
            <a:r>
              <a:rPr lang="en-IN" sz="2000" dirty="0"/>
              <a:t> Process transaction events, flag suspicious activity, or send alerts.</a:t>
            </a:r>
          </a:p>
          <a:p>
            <a:pPr lvl="0"/>
            <a:r>
              <a:rPr lang="en-IN" sz="2000" b="1" dirty="0"/>
              <a:t>Media:</a:t>
            </a:r>
            <a:r>
              <a:rPr lang="en-IN" sz="2000" dirty="0"/>
              <a:t> Process uploaded files, create thumbnails, or prepare video content.</a:t>
            </a:r>
          </a:p>
          <a:p>
            <a:pPr lvl="0"/>
            <a:r>
              <a:rPr lang="en-IN" sz="2000" b="1" dirty="0"/>
              <a:t>IoT and manufacturing:</a:t>
            </a:r>
            <a:r>
              <a:rPr lang="en-IN" sz="2000" dirty="0"/>
              <a:t> Process sensor messages and trigger alerts or actions.</a:t>
            </a:r>
          </a:p>
          <a:p>
            <a:pPr lvl="0"/>
            <a:r>
              <a:rPr lang="en-IN" sz="2000" b="1" dirty="0"/>
              <a:t>Software and data teams:</a:t>
            </a:r>
            <a:r>
              <a:rPr lang="en-IN" sz="2000" dirty="0"/>
              <a:t> Run scheduled jobs, webhooks, and data-processing steps.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0A4DE3-E068-1E6A-5985-B269346AA182}"/>
              </a:ext>
            </a:extLst>
          </p:cNvPr>
          <p:cNvCxnSpPr>
            <a:cxnSpLocks/>
          </p:cNvCxnSpPr>
          <p:nvPr/>
        </p:nvCxnSpPr>
        <p:spPr>
          <a:xfrm>
            <a:off x="609600" y="1539133"/>
            <a:ext cx="109016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805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0C82-66E4-83BF-1FC9-132E7058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2413-0E0A-076F-C88A-FE432466F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598" y="1329490"/>
            <a:ext cx="10218804" cy="2387600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Bauhaus 93" panose="04030905020B02020C02" pitchFamily="82" charset="0"/>
              </a:rPr>
              <a:t>THANK YOU !</a:t>
            </a:r>
            <a:endParaRPr lang="en-IN" sz="80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285910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342</TotalTime>
  <Words>354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Black</vt:lpstr>
      <vt:lpstr>Arial</vt:lpstr>
      <vt:lpstr>Bauhaus 93</vt:lpstr>
      <vt:lpstr>Neue Haas Grotesk Text Pro</vt:lpstr>
      <vt:lpstr>Film Burn</vt:lpstr>
      <vt:lpstr>PowerPoint Presentation</vt:lpstr>
      <vt:lpstr>Serverless Computing: Reducing Infrastructure Management in the Cloud</vt:lpstr>
      <vt:lpstr>INTRODUCTION </vt:lpstr>
      <vt:lpstr>What Does “Serverless” Mean?</vt:lpstr>
      <vt:lpstr>FaaS Architecture</vt:lpstr>
      <vt:lpstr> </vt:lpstr>
      <vt:lpstr>Industry Relevance :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VIGNESHWAR D</dc:creator>
  <cp:lastModifiedBy>VIGNESHWAR D</cp:lastModifiedBy>
  <cp:revision>1</cp:revision>
  <dcterms:created xsi:type="dcterms:W3CDTF">2026-10-04T12:47:00Z</dcterms:created>
  <dcterms:modified xsi:type="dcterms:W3CDTF">2026-10-15T04:13:17Z</dcterms:modified>
</cp:coreProperties>
</file>